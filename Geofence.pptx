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60" r:id="rId3"/>
    <p:sldId id="259" r:id="rId4"/>
    <p:sldId id="261" r:id="rId5"/>
    <p:sldId id="262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258" initials="1" lastIdx="1" clrIdx="0">
    <p:extLst>
      <p:ext uri="{19B8F6BF-5375-455C-9EA6-DF929625EA0E}">
        <p15:presenceInfo xmlns:p15="http://schemas.microsoft.com/office/powerpoint/2012/main" userId="d25d9dbca937980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7FF9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824" autoAdjust="0"/>
    <p:restoredTop sz="97436" autoAdjust="0"/>
  </p:normalViewPr>
  <p:slideViewPr>
    <p:cSldViewPr snapToGrid="0">
      <p:cViewPr varScale="1">
        <p:scale>
          <a:sx n="114" d="100"/>
          <a:sy n="114" d="100"/>
        </p:scale>
        <p:origin x="111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8A15F-3D07-4367-B11C-DA64EADDFD5B}" type="datetimeFigureOut">
              <a:rPr lang="zh-TW" altLang="en-US" smtClean="0"/>
              <a:t>2025/2/26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36D3C-B1F2-4F17-877C-24E293100C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907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628800"/>
            <a:ext cx="7772400" cy="2448272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149080"/>
            <a:ext cx="6400800" cy="11521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6632"/>
            <a:ext cx="3419872" cy="903362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225326" y="6093297"/>
            <a:ext cx="28345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TW" sz="16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Graduate Institute of</a:t>
            </a:r>
            <a:br>
              <a:rPr lang="en-US" altLang="zh-TW" sz="16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TW" sz="16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Electronics Engineering</a:t>
            </a:r>
            <a:endParaRPr lang="zh-TW" altLang="en-US" sz="1600" b="1" i="1" dirty="0"/>
          </a:p>
        </p:txBody>
      </p:sp>
      <p:sp>
        <p:nvSpPr>
          <p:cNvPr id="10" name="矩形 9"/>
          <p:cNvSpPr/>
          <p:nvPr userDrawn="1"/>
        </p:nvSpPr>
        <p:spPr>
          <a:xfrm>
            <a:off x="6084168" y="6093296"/>
            <a:ext cx="28345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sz="16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Energy-Efficient</a:t>
            </a:r>
          </a:p>
          <a:p>
            <a:pPr algn="r"/>
            <a:r>
              <a:rPr lang="en-US" altLang="zh-TW" sz="16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Circuit</a:t>
            </a:r>
            <a:r>
              <a:rPr lang="en-US" altLang="zh-TW" sz="1600" b="1" i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System Lab.</a:t>
            </a:r>
            <a:endParaRPr lang="zh-TW" alt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44992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EECS Lab.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直線接點 7"/>
          <p:cNvCxnSpPr/>
          <p:nvPr userDrawn="1"/>
        </p:nvCxnSpPr>
        <p:spPr>
          <a:xfrm>
            <a:off x="395536" y="6525344"/>
            <a:ext cx="8352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 userDrawn="1"/>
        </p:nvCxnSpPr>
        <p:spPr>
          <a:xfrm>
            <a:off x="395536" y="749846"/>
            <a:ext cx="8352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4" r="76532" b="10283"/>
          <a:stretch/>
        </p:blipFill>
        <p:spPr>
          <a:xfrm>
            <a:off x="8423920" y="38100"/>
            <a:ext cx="684584" cy="63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3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EECS Lab.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直線接點 7"/>
          <p:cNvCxnSpPr/>
          <p:nvPr userDrawn="1"/>
        </p:nvCxnSpPr>
        <p:spPr>
          <a:xfrm>
            <a:off x="395536" y="6525344"/>
            <a:ext cx="8352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395536" y="749846"/>
            <a:ext cx="8352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4" r="76532" b="10283"/>
          <a:stretch/>
        </p:blipFill>
        <p:spPr>
          <a:xfrm>
            <a:off x="8423920" y="38100"/>
            <a:ext cx="684584" cy="63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4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940152" y="6591002"/>
            <a:ext cx="2895600" cy="216024"/>
          </a:xfrm>
        </p:spPr>
        <p:txBody>
          <a:bodyPr/>
          <a:lstStyle>
            <a:lvl1pPr>
              <a:lnSpc>
                <a:spcPts val="1200"/>
              </a:lnSpc>
              <a:defRPr/>
            </a:lvl1pPr>
          </a:lstStyle>
          <a:p>
            <a:r>
              <a:rPr lang="en-US" altLang="zh-TW" dirty="0"/>
              <a:t>EECS Lab.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395536" y="6525344"/>
            <a:ext cx="8352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 userDrawn="1"/>
        </p:nvCxnSpPr>
        <p:spPr>
          <a:xfrm>
            <a:off x="395536" y="749846"/>
            <a:ext cx="8352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4" r="76532" b="10283"/>
          <a:stretch/>
        </p:blipFill>
        <p:spPr>
          <a:xfrm>
            <a:off x="8423920" y="38100"/>
            <a:ext cx="684584" cy="63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1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EECS Lab.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1" name="直線接點 10"/>
          <p:cNvCxnSpPr/>
          <p:nvPr userDrawn="1"/>
        </p:nvCxnSpPr>
        <p:spPr>
          <a:xfrm>
            <a:off x="395536" y="6525344"/>
            <a:ext cx="8352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 userDrawn="1"/>
        </p:nvCxnSpPr>
        <p:spPr>
          <a:xfrm>
            <a:off x="395536" y="749846"/>
            <a:ext cx="8352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4" r="76532" b="10283"/>
          <a:stretch/>
        </p:blipFill>
        <p:spPr>
          <a:xfrm>
            <a:off x="8423920" y="38100"/>
            <a:ext cx="684584" cy="63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2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EECS Lab.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395536" y="6525344"/>
            <a:ext cx="8352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 userDrawn="1"/>
        </p:nvCxnSpPr>
        <p:spPr>
          <a:xfrm>
            <a:off x="395536" y="749846"/>
            <a:ext cx="83529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4" r="76532" b="10283"/>
          <a:stretch/>
        </p:blipFill>
        <p:spPr>
          <a:xfrm>
            <a:off x="8423920" y="38100"/>
            <a:ext cx="684584" cy="63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9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EECS Lab.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814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EECS Lab.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71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EECS Lab.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806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EECS Lab.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62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EECS Lab.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2714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22412" y="1"/>
            <a:ext cx="7499176" cy="692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800100"/>
            <a:ext cx="8229600" cy="56532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323528" y="6578303"/>
            <a:ext cx="2133600" cy="21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1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NTU GIEE</a:t>
            </a:r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940152" y="6578303"/>
            <a:ext cx="2895600" cy="21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EECS Lab.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3505200" y="6578303"/>
            <a:ext cx="2133600" cy="21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56834A5B-1885-423A-9EEF-21B5FABFB6E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5326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spcBef>
          <a:spcPct val="20000"/>
        </a:spcBef>
        <a:buClr>
          <a:srgbClr val="0000FF"/>
        </a:buClr>
        <a:buSzPct val="70000"/>
        <a:buFont typeface="Wingdings 2" pitchFamily="18" charset="2"/>
        <a:buChar char="²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73050" algn="l" defTabSz="914400" rtl="0" eaLnBrk="1" latinLnBrk="0" hangingPunct="1">
        <a:spcBef>
          <a:spcPct val="20000"/>
        </a:spcBef>
        <a:buClr>
          <a:srgbClr val="C00000"/>
        </a:buClr>
        <a:buSzPct val="70000"/>
        <a:buFont typeface="Wingdings" pitchFamily="2" charset="2"/>
        <a:buChar char="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1778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8000" indent="-2667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32000" indent="-182563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d10943014@ntu.edu.t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B0FA8F8-4980-4A32-88DB-2FF0DCDF9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pc="-1" dirty="0">
                <a:solidFill>
                  <a:srgbClr val="000000"/>
                </a:solidFill>
                <a:latin typeface="Arial"/>
                <a:ea typeface="標楷體"/>
                <a:cs typeface="+mn-cs"/>
              </a:rPr>
              <a:t>Geofence</a:t>
            </a:r>
          </a:p>
        </p:txBody>
      </p:sp>
      <p:sp>
        <p:nvSpPr>
          <p:cNvPr id="8" name="副標題 7">
            <a:extLst>
              <a:ext uri="{FF2B5EF4-FFF2-40B4-BE49-F238E27FC236}">
                <a16:creationId xmlns:a16="http://schemas.microsoft.com/office/drawing/2014/main" id="{6BEC0727-AC3B-466D-A4D7-5A6B6AE93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TA: Ting Wang</a:t>
            </a:r>
          </a:p>
          <a:p>
            <a:r>
              <a:rPr lang="en-US" altLang="zh-TW" dirty="0"/>
              <a:t>Advisor: Professor Tsung-Te Liu</a:t>
            </a:r>
          </a:p>
          <a:p>
            <a:r>
              <a:rPr lang="en-US" altLang="zh-TW" sz="2000" dirty="0"/>
              <a:t>February 27, 2025</a:t>
            </a:r>
          </a:p>
        </p:txBody>
      </p:sp>
    </p:spTree>
    <p:extLst>
      <p:ext uri="{BB962C8B-B14F-4D97-AF65-F5344CB8AC3E}">
        <p14:creationId xmlns:p14="http://schemas.microsoft.com/office/powerpoint/2010/main" val="341483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37360E-079D-4300-8361-EF0005AF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1668B0-805C-48BD-BADA-E79892D33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Design Requirement</a:t>
            </a:r>
          </a:p>
          <a:p>
            <a:r>
              <a:rPr lang="en-US" altLang="zh-TW" dirty="0"/>
              <a:t>Report</a:t>
            </a:r>
          </a:p>
          <a:p>
            <a:r>
              <a:rPr lang="en-US" altLang="zh-TW" dirty="0"/>
              <a:t>Submission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4BA6E9-0712-4D6F-9367-A987E70A7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NTU GIEE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8444B6-5D4E-46FD-B4F5-E6A6074B0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EECS Lab.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E1B6F3-B421-43B7-907F-C605F539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129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A2440E9D-0FD5-4FC9-B9EF-B8CCD672F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 Requirement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1B48A552-880B-4DE4-9E4C-A6350C948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Complete the requirement in “109</a:t>
            </a:r>
            <a:r>
              <a:rPr lang="zh-TW" altLang="en-US" dirty="0"/>
              <a:t>年初賽競賽題目 </a:t>
            </a:r>
            <a:r>
              <a:rPr lang="en-US" altLang="zh-TW" dirty="0"/>
              <a:t>(</a:t>
            </a:r>
            <a:r>
              <a:rPr lang="zh-TW" altLang="en-US" dirty="0"/>
              <a:t>大學組</a:t>
            </a:r>
            <a:r>
              <a:rPr lang="en-US" altLang="zh-TW" dirty="0"/>
              <a:t>).pdf”</a:t>
            </a:r>
          </a:p>
          <a:p>
            <a:pPr lvl="1"/>
            <a:r>
              <a:rPr lang="en-US" altLang="zh-TW" dirty="0"/>
              <a:t>RTL design and simulation</a:t>
            </a:r>
          </a:p>
          <a:p>
            <a:pPr lvl="1"/>
            <a:r>
              <a:rPr lang="en-US" altLang="zh-TW" dirty="0"/>
              <a:t>Gate-level simulation</a:t>
            </a:r>
          </a:p>
          <a:p>
            <a:r>
              <a:rPr lang="en-US" altLang="zh-TW" dirty="0"/>
              <a:t>Grading standard is according to the “109</a:t>
            </a:r>
            <a:r>
              <a:rPr lang="zh-TW" altLang="en-US" dirty="0"/>
              <a:t>年初賽競賽題目 </a:t>
            </a:r>
            <a:r>
              <a:rPr lang="en-US" altLang="zh-TW" dirty="0"/>
              <a:t>(</a:t>
            </a:r>
            <a:r>
              <a:rPr lang="zh-TW" altLang="en-US" dirty="0"/>
              <a:t>大學組</a:t>
            </a:r>
            <a:r>
              <a:rPr lang="en-US" altLang="zh-TW" dirty="0"/>
              <a:t>).pdf”</a:t>
            </a:r>
          </a:p>
          <a:p>
            <a:pPr lvl="1"/>
            <a:r>
              <a:rPr lang="en-US" altLang="zh-TW" dirty="0"/>
              <a:t>Grade A, B, C, and D</a:t>
            </a:r>
          </a:p>
          <a:p>
            <a:pPr lvl="1"/>
            <a:r>
              <a:rPr lang="en-US" altLang="zh-TW" dirty="0"/>
              <a:t>The handing time ranking rule in grade A can be ignored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4FA200-1C46-427B-A4C1-1B65306C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NTU GIEE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24F08C-55CC-4C83-B826-E0010FD9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EECS Lab.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83D997-B943-41E1-9C6B-1EA9624A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1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8C5921-A2EA-43E1-9440-C37CEE69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Report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F8E374-8C79-4D8B-A000-2C5A39197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Design method</a:t>
            </a:r>
          </a:p>
          <a:p>
            <a:pPr lvl="1"/>
            <a:r>
              <a:rPr lang="en-US" altLang="zh-TW" dirty="0"/>
              <a:t>Block diagram</a:t>
            </a:r>
          </a:p>
          <a:p>
            <a:pPr lvl="1"/>
            <a:r>
              <a:rPr lang="en-US" altLang="zh-TW" dirty="0"/>
              <a:t>Finite state machine</a:t>
            </a:r>
          </a:p>
          <a:p>
            <a:pPr lvl="1"/>
            <a:r>
              <a:rPr lang="en-US" altLang="zh-TW" dirty="0"/>
              <a:t>Improvement  after your special design</a:t>
            </a:r>
          </a:p>
          <a:p>
            <a:pPr lvl="1"/>
            <a:r>
              <a:rPr lang="en-US" altLang="zh-TW" dirty="0"/>
              <a:t>Do not list the information (I/O port, image,…) already included in “109</a:t>
            </a:r>
            <a:r>
              <a:rPr lang="zh-TW" altLang="en-US" dirty="0"/>
              <a:t>年初賽競賽題目 </a:t>
            </a:r>
            <a:r>
              <a:rPr lang="en-US" altLang="zh-TW" dirty="0"/>
              <a:t>(</a:t>
            </a:r>
            <a:r>
              <a:rPr lang="zh-TW" altLang="en-US" dirty="0"/>
              <a:t>大學組</a:t>
            </a:r>
            <a:r>
              <a:rPr lang="en-US" altLang="zh-TW" dirty="0"/>
              <a:t>).pdf”</a:t>
            </a:r>
          </a:p>
          <a:p>
            <a:r>
              <a:rPr lang="en-US" altLang="zh-TW" dirty="0"/>
              <a:t>Result</a:t>
            </a:r>
          </a:p>
          <a:p>
            <a:pPr lvl="1"/>
            <a:r>
              <a:rPr lang="en-US" altLang="zh-TW" dirty="0"/>
              <a:t>RTL &amp; gate-level simulation success screenshot</a:t>
            </a:r>
          </a:p>
          <a:p>
            <a:pPr lvl="1"/>
            <a:r>
              <a:rPr lang="en-US" altLang="zh-TW" dirty="0"/>
              <a:t>Clock cycle time</a:t>
            </a:r>
          </a:p>
          <a:p>
            <a:pPr lvl="1"/>
            <a:r>
              <a:rPr lang="en-US" altLang="zh-TW" dirty="0"/>
              <a:t>Total simulation time</a:t>
            </a:r>
          </a:p>
          <a:p>
            <a:pPr lvl="1"/>
            <a:r>
              <a:rPr lang="en-US" altLang="zh-TW" dirty="0"/>
              <a:t>Area</a:t>
            </a:r>
          </a:p>
          <a:p>
            <a:pPr lvl="1"/>
            <a:r>
              <a:rPr lang="en-US" altLang="zh-TW" dirty="0"/>
              <a:t>Area-Time (AT) value</a:t>
            </a:r>
          </a:p>
          <a:p>
            <a:pPr lvl="1"/>
            <a:r>
              <a:rPr lang="en-US" altLang="zh-TW" dirty="0"/>
              <a:t>Level</a:t>
            </a:r>
          </a:p>
          <a:p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BD40B9-AC3E-4281-BF1E-6CD63EDC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NTU GIEE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E85334-C947-45DB-A419-8FAC095B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EECS Lab.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0A466A-BD01-4F33-A6E3-0ED846F1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408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4B64AD-E6F6-4F92-B648-4AF13D380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Submission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506B88-4550-477A-8EFD-C72C28FFF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00100"/>
            <a:ext cx="8577743" cy="5653236"/>
          </a:xfrm>
        </p:spPr>
        <p:txBody>
          <a:bodyPr/>
          <a:lstStyle/>
          <a:p>
            <a:r>
              <a:rPr lang="en-US" altLang="zh-TW" dirty="0"/>
              <a:t>Deadline: March 19</a:t>
            </a:r>
            <a:r>
              <a:rPr lang="en-US" altLang="zh-TW" baseline="30000" dirty="0"/>
              <a:t>th</a:t>
            </a:r>
            <a:r>
              <a:rPr lang="en-US" altLang="zh-TW" dirty="0"/>
              <a:t> (Wed.) 23:59</a:t>
            </a:r>
          </a:p>
          <a:p>
            <a:r>
              <a:rPr lang="en-US" altLang="zh-TW" dirty="0"/>
              <a:t>Send geofence_&lt;</a:t>
            </a:r>
            <a:r>
              <a:rPr lang="en-US" altLang="zh-TW" dirty="0" err="1"/>
              <a:t>student_id</a:t>
            </a:r>
            <a:r>
              <a:rPr lang="en-US" altLang="zh-TW" dirty="0"/>
              <a:t>&gt;.zip to </a:t>
            </a:r>
            <a:r>
              <a:rPr lang="en-US" altLang="zh-TW" dirty="0">
                <a:hlinkClick r:id="rId2"/>
              </a:rPr>
              <a:t>d10943014@ntu.edu.tw</a:t>
            </a:r>
            <a:endParaRPr lang="en-US" altLang="zh-TW" dirty="0"/>
          </a:p>
          <a:p>
            <a:pPr lvl="1"/>
            <a:r>
              <a:rPr lang="en-US" altLang="zh-TW" dirty="0"/>
              <a:t>geofence_&lt;</a:t>
            </a:r>
            <a:r>
              <a:rPr lang="en-US" altLang="zh-TW" dirty="0" err="1"/>
              <a:t>student_id</a:t>
            </a:r>
            <a:r>
              <a:rPr lang="en-US" altLang="zh-TW" dirty="0"/>
              <a:t>&gt;.zip</a:t>
            </a:r>
          </a:p>
          <a:p>
            <a:pPr lvl="2"/>
            <a:r>
              <a:rPr lang="en-US" altLang="zh-TW" dirty="0"/>
              <a:t>geofence.v</a:t>
            </a:r>
          </a:p>
          <a:p>
            <a:pPr lvl="2"/>
            <a:r>
              <a:rPr lang="en-US" altLang="zh-TW" dirty="0" err="1"/>
              <a:t>geofence_syn.v</a:t>
            </a:r>
            <a:endParaRPr lang="en-US" altLang="zh-TW" dirty="0"/>
          </a:p>
          <a:p>
            <a:pPr lvl="2"/>
            <a:r>
              <a:rPr lang="en-US" altLang="zh-TW" dirty="0" err="1"/>
              <a:t>geofence_syn.sdf</a:t>
            </a:r>
            <a:endParaRPr lang="en-US" altLang="zh-TW" dirty="0"/>
          </a:p>
          <a:p>
            <a:pPr lvl="2"/>
            <a:r>
              <a:rPr lang="en-US" altLang="zh-TW" dirty="0"/>
              <a:t>report.pdf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E3C915-1A0D-43C0-BFD9-EBA1A83D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NTU GIEE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79A6BA-2AD8-40D3-A38E-FD885966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EECS Lab.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79374B-A0DF-4D4C-91BD-2F6EB8DF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A5B-1885-423A-9EEF-21B5FABFB6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6906181"/>
      </p:ext>
    </p:extLst>
  </p:cSld>
  <p:clrMapOvr>
    <a:masterClrMapping/>
  </p:clrMapOvr>
</p:sld>
</file>

<file path=ppt/theme/theme1.xml><?xml version="1.0" encoding="utf-8"?>
<a:theme xmlns:a="http://schemas.openxmlformats.org/drawingml/2006/main" name="EECSv4_largeFontSize">
  <a:themeElements>
    <a:clrScheme name="NTU EECS">
      <a:dk1>
        <a:sysClr val="windowText" lastClr="000000"/>
      </a:dk1>
      <a:lt1>
        <a:sysClr val="window" lastClr="FFFFFF"/>
      </a:lt1>
      <a:dk2>
        <a:srgbClr val="4F81BD"/>
      </a:dk2>
      <a:lt2>
        <a:srgbClr val="EEECE1"/>
      </a:lt2>
      <a:accent1>
        <a:srgbClr val="0000FF"/>
      </a:accent1>
      <a:accent2>
        <a:srgbClr val="FF0000"/>
      </a:accent2>
      <a:accent3>
        <a:srgbClr val="00B050"/>
      </a:accent3>
      <a:accent4>
        <a:srgbClr val="7030A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TU EECS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120021</TotalTime>
  <Words>214</Words>
  <Application>Microsoft Office PowerPoint</Application>
  <PresentationFormat>如螢幕大小 (4:3)</PresentationFormat>
  <Paragraphs>48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Arial</vt:lpstr>
      <vt:lpstr>Calibri</vt:lpstr>
      <vt:lpstr>Wingdings</vt:lpstr>
      <vt:lpstr>Wingdings 2</vt:lpstr>
      <vt:lpstr>EECSv4_largeFontSize</vt:lpstr>
      <vt:lpstr>Geofence</vt:lpstr>
      <vt:lpstr>Content</vt:lpstr>
      <vt:lpstr>Design Requirement</vt:lpstr>
      <vt:lpstr>Report</vt:lpstr>
      <vt:lpstr>Submission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珽 王</cp:lastModifiedBy>
  <cp:revision>10</cp:revision>
  <dcterms:created xsi:type="dcterms:W3CDTF">2019-12-02T09:56:09Z</dcterms:created>
  <dcterms:modified xsi:type="dcterms:W3CDTF">2025-02-26T05:05:46Z</dcterms:modified>
</cp:coreProperties>
</file>